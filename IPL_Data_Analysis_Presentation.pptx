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5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48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02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7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6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6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6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6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59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1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775" y="1814513"/>
            <a:ext cx="8286750" cy="1512282"/>
          </a:xfrm>
        </p:spPr>
        <p:txBody>
          <a:bodyPr>
            <a:normAutofit/>
          </a:bodyPr>
          <a:lstStyle/>
          <a:p>
            <a:pPr algn="ctr"/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Data Analysis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(2008 – 2017)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IPL data from 2008–2017 using Power BI.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dashboards and KPIs.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insights about teams, players, toss decisions, and stadium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successful IPL teams and players.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batting, bowling, and fielding statistics.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toss decision impact on matches.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for strategy and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dataset with match details and results.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Deliveries dataset with ball-by-ball information.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804520"/>
            <a:ext cx="7443334" cy="104923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663" y="2015733"/>
            <a:ext cx="7286171" cy="3450613"/>
          </a:xfrm>
        </p:spPr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null values in city column using venue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umpire3 column because it contained 100% null values.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Teams name using replace values.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9ECE-63D9-4ABD-91DD-0F983B31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0F592-0C6B-4005-8C3B-FFF3F9D23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5825" y="1500188"/>
            <a:ext cx="7558087" cy="3965575"/>
          </a:xfrm>
        </p:spPr>
      </p:pic>
    </p:spTree>
    <p:extLst>
      <p:ext uri="{BB962C8B-B14F-4D97-AF65-F5344CB8AC3E}">
        <p14:creationId xmlns:p14="http://schemas.microsoft.com/office/powerpoint/2010/main" val="68292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Matches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Runs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Wickets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Sixes and Fours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Successful Team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Player of the Match Awards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71450"/>
            <a:ext cx="7557634" cy="728663"/>
          </a:xfrm>
        </p:spPr>
        <p:txBody>
          <a:bodyPr/>
          <a:lstStyle/>
          <a:p>
            <a:r>
              <a:t>Summary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51794-8BC2-4E9F-BC44-F5BDD6405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164"/>
            <a:ext cx="9144000" cy="5175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1464"/>
            <a:ext cx="7557634" cy="571499"/>
          </a:xfrm>
        </p:spPr>
        <p:txBody>
          <a:bodyPr/>
          <a:lstStyle/>
          <a:p>
            <a:r>
              <a:rPr dirty="0"/>
              <a:t>Overview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B4DC6-61FE-4447-87D5-C3DB5F81C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684"/>
            <a:ext cx="9144000" cy="5158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Challengers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Bangoalore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emerged as one of the most successful teams.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Gayle received the most Player of the Match awards.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choosing to field after toss had better success rates.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Malinga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among the top wicket takers.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CSV datasets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986134" cy="345061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transformed IPL datasets into interactive dashboards.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insights for team and player performance.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Power BI, DAX, and data visualization skill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69</TotalTime>
  <Words>236</Words>
  <Application>Microsoft Office PowerPoint</Application>
  <PresentationFormat>On-screen Show (4:3)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Gallery</vt:lpstr>
      <vt:lpstr>IPL Data Analysis  (2008 – 2017)</vt:lpstr>
      <vt:lpstr>Project Overview</vt:lpstr>
      <vt:lpstr>Project Objectives</vt:lpstr>
      <vt:lpstr>Dataset Used</vt:lpstr>
      <vt:lpstr>Data Cleaning &amp; Preparation</vt:lpstr>
      <vt:lpstr>Data Modelling </vt:lpstr>
      <vt:lpstr>KPIs Created</vt:lpstr>
      <vt:lpstr>Summary Dashboard</vt:lpstr>
      <vt:lpstr>Overview Dashboard</vt:lpstr>
      <vt:lpstr>Key Insights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Data Analysis  (2008 – 2017)</dc:title>
  <dc:subject/>
  <dc:creator>ACER</dc:creator>
  <cp:keywords/>
  <dc:description>generated using python-pptx</dc:description>
  <cp:lastModifiedBy>Manoruthra Sennakesavan</cp:lastModifiedBy>
  <cp:revision>5</cp:revision>
  <dcterms:created xsi:type="dcterms:W3CDTF">2013-01-27T09:14:16Z</dcterms:created>
  <dcterms:modified xsi:type="dcterms:W3CDTF">2026-05-12T06:21:46Z</dcterms:modified>
  <cp:category/>
</cp:coreProperties>
</file>